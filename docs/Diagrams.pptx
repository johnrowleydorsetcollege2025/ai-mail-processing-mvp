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2D7E1-4923-3F3C-0A97-E26C40367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6232D-2DAD-F218-C7A0-57C7763A39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38D18-5633-CD40-B4E2-ED9FBC70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89B-0E2B-8041-86CA-2E787910DCBC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E512C-D529-7681-5211-F71D5F462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A8B92-4BA7-409C-116E-DA46EC59D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7017-4A43-364E-8179-11A4D7FC5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67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F411E-862F-DB86-4B39-FD7C0F459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BD0CB-4AA0-5D92-8441-BAB7F0F98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2C378-9180-BF0C-3F88-E52C49E3B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89B-0E2B-8041-86CA-2E787910DCBC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CC08F-BA78-EDAB-05C6-1AFC8287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FBA3D-6CBA-2A88-11DA-372D3C793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7017-4A43-364E-8179-11A4D7FC5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39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515E-B4EF-ECE3-E898-59F06CE93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17307-0342-9489-98FB-56F70AFFD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B6733-EB27-B88E-FC84-4C7552884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89B-0E2B-8041-86CA-2E787910DCBC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1B7D3-7261-1F2C-8C14-A1C0DCE1B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36995-5BF7-04A6-100A-72C7EEFA8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7017-4A43-364E-8179-11A4D7FC5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92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D764E-0897-3CF1-BBE6-871086183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B0310-B571-3B4B-4C56-8BD641F05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5687D-2C39-4048-20C4-AD1A8D3AB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5FB2E-04FE-3D71-6936-0D659897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89B-0E2B-8041-86CA-2E787910DCBC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2ACA8-D8C0-91DC-BAED-332E286B3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156A0-EB0E-127C-54C8-76F2D81E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7017-4A43-364E-8179-11A4D7FC5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5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09B02-0450-EA3E-E41C-070ED5E0D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DB65A-0443-6731-4BFA-74F417E16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9C2B3-51F8-5E45-5855-E8B40B536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DBC45A-55F5-87E7-28F2-BD6A953BBF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4A9B3-1F6A-C964-AC37-658242D59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65FE4E-35D8-4621-D71E-CA2C6546A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89B-0E2B-8041-86CA-2E787910DCBC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886EEE-B354-3FE0-D0A6-4176A806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7B7801-B738-8819-45EB-9DE3DFB59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7017-4A43-364E-8179-11A4D7FC5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84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B5FE7-7082-D65B-684E-100623425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CDD8AE-55F1-3CE7-99F7-ED18E6EA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89B-0E2B-8041-86CA-2E787910DCBC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F68C94-6CE0-A341-31E4-ED6AA517B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9AA3D-8DD5-A696-D627-DB8BA6D11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7017-4A43-364E-8179-11A4D7FC5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90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A028FF-2036-3DF8-EDB1-AE53CB8D8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89B-0E2B-8041-86CA-2E787910DCBC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E4853-6651-351D-F5B8-7DE66861D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C2054-06A0-037F-B136-8529C093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7017-4A43-364E-8179-11A4D7FC5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50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24A05-4CCA-DB1A-FCCE-58A3A029A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C2ABB-9DD2-FDC6-8BA6-EBAAF33F7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29D78-54EA-B32D-8E0B-515A79FAF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F8B8C-4F07-8FBD-6436-7BAB4ACF2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89B-0E2B-8041-86CA-2E787910DCBC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5AC22-CC29-C9A0-42EE-5696A42E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F8276-9E03-419F-90E3-EF727815D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7017-4A43-364E-8179-11A4D7FC5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80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BE977-C76A-6B0C-C64C-B298EE58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D9EECB-EF4B-88D5-9D92-A288CA92C24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E2D99F-B6EA-60CB-AC4A-191B66291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4FAE0-44B9-39DC-5360-C9CCB0165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89B-0E2B-8041-86CA-2E787910DCBC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B4669-A00A-354F-FA1E-4EABEF8E2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E46E1-0AE1-1804-C147-F90A856F9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7017-4A43-364E-8179-11A4D7FC5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73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0241-507B-3A06-4F81-48F634F9D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7FBC3-52B5-D6B3-0D59-B5D771D31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AF1E1-BBFC-F509-26BD-D7EDC5315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89B-0E2B-8041-86CA-2E787910DCBC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D45C5-E45F-4DCB-5C79-937A6E12E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B2251-A648-9AF6-7F73-FF813A94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7017-4A43-364E-8179-11A4D7FC5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55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538AED-D5AC-0DE8-7028-2EF1D38DC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D564D6-DA0B-836A-8508-F65449912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5D2C4-10B9-D35F-2113-378BB51BD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89B-0E2B-8041-86CA-2E787910DCBC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0FE52-FC95-9B3A-87EC-2325A29D2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1EBFF-40FB-9868-03F0-4DFF58867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77017-4A43-364E-8179-11A4D7FC5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5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A91ED8-C96A-3C73-E3A4-F9FB0858C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30B45-256C-301F-87D5-28A5218C0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2C09A-24D4-A505-0BBD-914BB04D9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D2E89B-0E2B-8041-86CA-2E787910DCBC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1B13C-ADA0-0CAD-8E57-1FBAB3F1D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E20EE-8CFA-57AC-8E87-CD80F4279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77017-4A43-364E-8179-11A4D7FC5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713CCF-7657-B825-B534-FA8CA6987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325100" cy="68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68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560A81-9C77-A0DE-35A8-4494754E2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159" y="0"/>
            <a:ext cx="36456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47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24A6ED-ECBA-9D80-74A0-1AF73856F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066" y="525655"/>
            <a:ext cx="9857867" cy="580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036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59A2F1-66F4-473C-C1EF-3E2CC2360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503" y="84468"/>
            <a:ext cx="7673992" cy="658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885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0F991D-EC76-49D4-649C-2F9688243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142ECE-F055-0BFB-D751-EFD1329E9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Trigger for kicking off processing</a:t>
            </a:r>
          </a:p>
          <a:p>
            <a:r>
              <a:rPr lang="en-US" dirty="0"/>
              <a:t>Do we create separate table or columns</a:t>
            </a:r>
          </a:p>
          <a:p>
            <a:r>
              <a:rPr lang="en-US" dirty="0"/>
              <a:t>Do we hold off CTP</a:t>
            </a:r>
          </a:p>
          <a:p>
            <a:r>
              <a:rPr lang="en-US" dirty="0"/>
              <a:t>I need to find a salesforce record to see what is stored</a:t>
            </a:r>
          </a:p>
          <a:p>
            <a:r>
              <a:rPr lang="en-US" dirty="0"/>
              <a:t>I need to see flow </a:t>
            </a:r>
            <a:r>
              <a:rPr lang="en-US"/>
              <a:t>of stuff</a:t>
            </a:r>
          </a:p>
        </p:txBody>
      </p:sp>
    </p:spTree>
    <p:extLst>
      <p:ext uri="{BB962C8B-B14F-4D97-AF65-F5344CB8AC3E}">
        <p14:creationId xmlns:p14="http://schemas.microsoft.com/office/powerpoint/2010/main" val="3071664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37</Words>
  <Application>Microsoft Macintosh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Rowley</dc:creator>
  <cp:lastModifiedBy>John Rowley</cp:lastModifiedBy>
  <cp:revision>3</cp:revision>
  <dcterms:created xsi:type="dcterms:W3CDTF">2026-10-28T06:50:52Z</dcterms:created>
  <dcterms:modified xsi:type="dcterms:W3CDTF">2026-10-28T07:04:18Z</dcterms:modified>
</cp:coreProperties>
</file>